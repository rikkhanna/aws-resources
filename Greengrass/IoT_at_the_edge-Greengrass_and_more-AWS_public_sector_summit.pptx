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6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arget="slides/slide13.xml" Type="http://schemas.openxmlformats.org/officeDocument/2006/relationships/slide"/>  <Relationship Id="rId15" Target="slides/slide14.xml" Type="http://schemas.openxmlformats.org/officeDocument/2006/relationships/slide"/>  <Relationship Id="rId16" Target="slides/slide15.xml" Type="http://schemas.openxmlformats.org/officeDocument/2006/relationships/slide"/>  <Relationship Id="rId17" Target="slides/slide16.xml" Type="http://schemas.openxmlformats.org/officeDocument/2006/relationships/slide"/>  <Relationship Id="rId18" Target="slides/slide17.xml" Type="http://schemas.openxmlformats.org/officeDocument/2006/relationships/slide"/>  <Relationship Id="rId19" Target="slides/slide18.xml" Type="http://schemas.openxmlformats.org/officeDocument/2006/relationships/slide"/>  <Relationship Id="rId20" Target="slides/slide19.xml" Type="http://schemas.openxmlformats.org/officeDocument/2006/relationships/slide"/>  <Relationship Id="rId21" Target="slides/slide20.xml" Type="http://schemas.openxmlformats.org/officeDocument/2006/relationships/slide"/>  <Relationship Id="rId22" Target="slides/slide21.xml" Type="http://schemas.openxmlformats.org/officeDocument/2006/relationships/slide"/>  <Relationship Id="rId23" Target="slides/slide22.xml" Type="http://schemas.openxmlformats.org/officeDocument/2006/relationships/slide"/>  <Relationship Id="rId24" Target="slides/slide23.xml" Type="http://schemas.openxmlformats.org/officeDocument/2006/relationships/slide"/>  <Relationship Id="rId25" Target="slides/slide24.xml" Type="http://schemas.openxmlformats.org/officeDocument/2006/relationships/slide"/>  <Relationship Id="rId26" Target="slides/slide25.xml" Type="http://schemas.openxmlformats.org/officeDocument/2006/relationships/slide"/>  <Relationship Id="rId27" Target="slides/slide26.xml" Type="http://schemas.openxmlformats.org/officeDocument/2006/relationships/slide"/>  <Relationship Id="rId28" Target="slides/slide27.xml" Type="http://schemas.openxmlformats.org/officeDocument/2006/relationships/slide"/>  <Relationship Id="rId29" Target="slides/slide28.xml" Type="http://schemas.openxmlformats.org/officeDocument/2006/relationships/slide"/>  <Relationship Id="rId30" Target="slides/slide29.xml" Type="http://schemas.openxmlformats.org/officeDocument/2006/relationships/slide"/>  <Relationship Id="rId31" Target="slides/slide30.xml" Type="http://schemas.openxmlformats.org/officeDocument/2006/relationships/slide"/>  <Relationship Id="rId32" Type="http://schemas.openxmlformats.org/officeDocument/2006/relationships/presProps" Target="presProps.xml"/>  <Relationship Id="rId33" Type="http://schemas.openxmlformats.org/officeDocument/2006/relationships/viewProps" Target="viewProps.xml"/>  <Relationship Id="rId34" Type="http://schemas.openxmlformats.org/officeDocument/2006/relationships/theme" Target="theme/theme1.xml"/>  <Relationship Id="rId35" Type="http://schemas.openxmlformats.org/officeDocument/2006/relationships/tableStyles" Target="tableStyles.xml"/>  <Relationship Id="rId36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11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12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
<Relationships xmlns="http://schemas.openxmlformats.org/package/2006/relationships"><Relationship Id="rId1" Target="../media/image13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
<Relationships xmlns="http://schemas.openxmlformats.org/package/2006/relationships"><Relationship Id="rId1" Target="../media/image14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
<Relationships xmlns="http://schemas.openxmlformats.org/package/2006/relationships"><Relationship Id="rId1" Target="../media/image15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
<Relationships xmlns="http://schemas.openxmlformats.org/package/2006/relationships"><Relationship Id="rId1" Target="../media/image16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
<Relationships xmlns="http://schemas.openxmlformats.org/package/2006/relationships"><Relationship Id="rId1" Target="../media/image17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
<Relationships xmlns="http://schemas.openxmlformats.org/package/2006/relationships"><Relationship Id="rId1" Target="../media/image18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
<Relationships xmlns="http://schemas.openxmlformats.org/package/2006/relationships"><Relationship Id="rId1" Target="../media/image19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
<Relationships xmlns="http://schemas.openxmlformats.org/package/2006/relationships"><Relationship Id="rId1" Target="../media/image20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
<Relationships xmlns="http://schemas.openxmlformats.org/package/2006/relationships"><Relationship Id="rId1" Target="../media/image21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1.xml" Type="http://schemas.openxmlformats.org/officeDocument/2006/relationships/notesSlide"/></Relationships>
</file>

<file path=ppt/slides/_rels/slide22.xml.rels><?xml version="1.0" encoding="UTF-8" standalone="yes"?>
<Relationships xmlns="http://schemas.openxmlformats.org/package/2006/relationships"><Relationship Id="rId1" Target="../media/image22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2.xml" Type="http://schemas.openxmlformats.org/officeDocument/2006/relationships/notesSlide"/></Relationships>
</file>

<file path=ppt/slides/_rels/slide23.xml.rels><?xml version="1.0" encoding="UTF-8" standalone="yes"?>
<Relationships xmlns="http://schemas.openxmlformats.org/package/2006/relationships"><Relationship Id="rId1" Target="../media/image23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3.xml" Type="http://schemas.openxmlformats.org/officeDocument/2006/relationships/notesSlide"/></Relationships>
</file>

<file path=ppt/slides/_rels/slide24.xml.rels><?xml version="1.0" encoding="UTF-8" standalone="yes"?>
<Relationships xmlns="http://schemas.openxmlformats.org/package/2006/relationships"><Relationship Id="rId1" Target="../media/image24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4.xml" Type="http://schemas.openxmlformats.org/officeDocument/2006/relationships/notesSlide"/></Relationships>
</file>

<file path=ppt/slides/_rels/slide25.xml.rels><?xml version="1.0" encoding="UTF-8" standalone="yes"?>
<Relationships xmlns="http://schemas.openxmlformats.org/package/2006/relationships"><Relationship Id="rId1" Target="../media/image25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5.xml" Type="http://schemas.openxmlformats.org/officeDocument/2006/relationships/notesSlide"/></Relationships>
</file>

<file path=ppt/slides/_rels/slide26.xml.rels><?xml version="1.0" encoding="UTF-8" standalone="yes"?>
<Relationships xmlns="http://schemas.openxmlformats.org/package/2006/relationships"><Relationship Id="rId1" Target="../media/image26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6.xml" Type="http://schemas.openxmlformats.org/officeDocument/2006/relationships/notesSlide"/></Relationships>
</file>

<file path=ppt/slides/_rels/slide27.xml.rels><?xml version="1.0" encoding="UTF-8" standalone="yes"?>
<Relationships xmlns="http://schemas.openxmlformats.org/package/2006/relationships"><Relationship Id="rId1" Target="../media/image27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7.xml" Type="http://schemas.openxmlformats.org/officeDocument/2006/relationships/notesSlide"/></Relationships>
</file>

<file path=ppt/slides/_rels/slide28.xml.rels><?xml version="1.0" encoding="UTF-8" standalone="yes"?>
<Relationships xmlns="http://schemas.openxmlformats.org/package/2006/relationships"><Relationship Id="rId1" Target="../media/image28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8.xml" Type="http://schemas.openxmlformats.org/officeDocument/2006/relationships/notesSlide"/></Relationships>
</file>

<file path=ppt/slides/_rels/slide29.xml.rels><?xml version="1.0" encoding="UTF-8" standalone="yes"?>
<Relationships xmlns="http://schemas.openxmlformats.org/package/2006/relationships"><Relationship Id="rId1" Target="../media/image29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9.xml" Type="http://schemas.openxmlformats.org/officeDocument/2006/relationships/notesSlide"/></Relationships>
</file>

<file path=ppt/slides/_rels/slide30.xml.rels><?xml version="1.0" encoding="UTF-8" standalone="yes"?>
<Relationships xmlns="http://schemas.openxmlformats.org/package/2006/relationships"><Relationship Id="rId1" Target="../media/image30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0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30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2020-11-23T10:22:09.841Z</dcterms:created>
  <dcterms:modified xsi:type="dcterms:W3CDTF">2020-11-23T10:22:09.841Z</dcterms:modified>
</cp:coreProperties>
</file>